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  <p:bold r:id="rId25"/>
      <p:italic r:id="rId26"/>
      <p:boldItalic r:id="rId27"/>
    </p:embeddedFont>
    <p:embeddedFont>
      <p:font typeface="Inter Medium" panose="020B0604020202020204" charset="0"/>
      <p:regular r:id="rId28"/>
      <p:bold r:id="rId29"/>
      <p:italic r:id="rId30"/>
      <p:boldItalic r:id="rId31"/>
    </p:embeddedFont>
    <p:embeddedFont>
      <p:font typeface="Inter SemiBold" panose="020B0604020202020204" charset="0"/>
      <p:regular r:id="rId32"/>
      <p:bold r:id="rId33"/>
      <p:italic r:id="rId34"/>
      <p:boldItalic r:id="rId35"/>
    </p:embeddedFont>
    <p:embeddedFont>
      <p:font typeface="Plus Jakarta Sans ExtraBold" panose="020B0604020202020204" charset="0"/>
      <p:bold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99AF31-F947-4169-AC12-817909034948}">
  <a:tblStyle styleId="{A499AF31-F947-4169-AC12-81790903494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c71d6793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c71d6793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fac71d6793_0_23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af39c60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af39c60e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faf39c60ed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f39c60e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af39c60ed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g3faf39c60ed_0_1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0" y="2500425"/>
            <a:ext cx="12192000" cy="1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750"/>
              <a:buFont typeface="Georgia"/>
              <a:buNone/>
            </a:pPr>
            <a:r>
              <a:rPr lang="en-US" sz="4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Zero Trust Network Access Management System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88938" y="3920625"/>
            <a:ext cx="114141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81818"/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81818"/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"/>
              <a:buNone/>
            </a:pPr>
            <a:r>
              <a:rPr lang="en-US" sz="12961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 1406 - Ethical Hacking</a:t>
            </a:r>
            <a:endParaRPr sz="12961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800" y="441325"/>
            <a:ext cx="10790300" cy="15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 flipH="1">
            <a:off x="7027122" y="5109000"/>
            <a:ext cx="4563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Sai Varshitha (192372118)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Lahari (192325118)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50100" y="4911325"/>
            <a:ext cx="4304100" cy="16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4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A. Ezhil Grace</a:t>
            </a:r>
            <a:endParaRPr sz="24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838200" y="285762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ntroduction</a:t>
            </a: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23925" y="2028925"/>
            <a:ext cx="10038300" cy="44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enterprises operate across cloud, remote, and hybrid environments.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Perimeter-based security assumes implicit trust inside the network boundary.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follows one principle: never trust, always verify.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Static, one-time access decisions cannot adapt to changing risk.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control continuously evaluates identity, device, and behavior.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005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00"/>
              <a:buFont typeface="Times New Roman"/>
              <a:buChar char="❖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implements an Adaptive Zero Trust Network Access Management System.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838200" y="371062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907200" y="1938550"/>
            <a:ext cx="10377600" cy="44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an Adaptive Zero Trust Network Access Management System for enterprise security.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Continuously verifies user identity, device posture, and contextual risk before granting access.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dynamic policy engine computes real-time trust scores and adjusts privileges.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MFA, micro-segmentation, and session monitoring replace static perimeter defenses.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improves threat detection compared to conventional VPN-based systems.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Times New Roman"/>
              <a:buChar char="❖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show faster anomaly response and finer-grained, risk-aware access.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838200" y="475524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945375" y="1792425"/>
            <a:ext cx="10515600" cy="3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networks automatically trust anyone inside the office network, making it easy for hackers to move around freely once inside.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 security systems only check passwords once at login and do not check what users do afterward.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permissions are fixed and cannot automatically change when a user's behavior looks suspicious.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Stolen passwords and hacked devices easily bypass standard VPN security tools.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teams take too long to react manually when an attack happens, increasing the damage.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838200" y="518163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400" b="1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838200" y="1898000"/>
            <a:ext cx="10515600" cy="44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system that continuously checks the user, their device health, and their location in real time.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dynamic trust scores so users only get access to what they actually need.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automatic security actions that can instantly ask for OTPs, restrict access, or log out risky users.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❖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complete, clear logs of every login and security action for audits and reports.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079152"/>
            <a:ext cx="1966466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1316" y="1079152"/>
            <a:ext cx="1966466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632" y="1079152"/>
            <a:ext cx="2117526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3008" y="1079152"/>
            <a:ext cx="1966466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93324" y="1079152"/>
            <a:ext cx="2117526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1000" y="3167955"/>
            <a:ext cx="3008560" cy="11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89610" y="3251745"/>
            <a:ext cx="4612927" cy="953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02588" y="3167955"/>
            <a:ext cx="3008560" cy="11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1000" y="4558456"/>
            <a:ext cx="2026890" cy="13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31740" y="4558456"/>
            <a:ext cx="2026890" cy="13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2480" y="4558456"/>
            <a:ext cx="2026890" cy="13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3220" y="4558456"/>
            <a:ext cx="2026890" cy="13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83960" y="4558456"/>
            <a:ext cx="2026890" cy="136296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533400" y="1212502"/>
            <a:ext cx="166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1. Users / Devices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442716" y="191259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2823716" y="1574452"/>
            <a:ext cx="166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2. User Auth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733032" y="191259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5114032" y="1574452"/>
            <a:ext cx="181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3. Risk Assessment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74408" y="191259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7555408" y="1574452"/>
            <a:ext cx="166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4. Risk Decision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555408" y="1793527"/>
            <a:ext cx="1661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Calculate Risk Score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20"/>
          <p:cNvGraphicFramePr/>
          <p:nvPr/>
        </p:nvGraphicFramePr>
        <p:xfrm>
          <a:off x="7555408" y="19935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{A499AF31-F947-4169-AC12-817909034948}</a:tableStyleId>
              </a:tblPr>
              <a:tblGrid>
                <a:gridCol w="80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→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1665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854D0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 Risk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→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854D0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Verify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991B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Risk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→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37"/>
                        <a:buFont typeface="Arial"/>
                        <a:buNone/>
                      </a:pPr>
                      <a:r>
                        <a:rPr lang="en-US" sz="937" b="1" i="0" u="none" strike="noStrike" cap="none">
                          <a:solidFill>
                            <a:srgbClr val="991B1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Deny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9" name="Google Shape;139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464724" y="191259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9845724" y="1574452"/>
            <a:ext cx="181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5. Adaptive Response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03860" y="364271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16838" y="364271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232445" y="46918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589508" y="5053756"/>
            <a:ext cx="1609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7. Access Enforcement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533400" y="5272831"/>
            <a:ext cx="1722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PEP validates &amp; initiates secure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503140" y="516374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583185" y="46918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884140" y="5053756"/>
            <a:ext cx="1722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8. Secure Resource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2884140" y="5453806"/>
            <a:ext cx="1722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Authorized access to apps &amp; resources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0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853880" y="516374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933926" y="46918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5234880" y="5053756"/>
            <a:ext cx="1722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9. Continuous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5234880" y="5453806"/>
            <a:ext cx="1722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user &amp; device posture checks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04620" y="516374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284666" y="46918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7585620" y="5053756"/>
            <a:ext cx="1722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10. Automated Response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7585620" y="5453806"/>
            <a:ext cx="1722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Adjust access or block on risk 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0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555360" y="516374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635406" y="4691806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9968656" y="5053756"/>
            <a:ext cx="1657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11. Logging &amp; Reporting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9936460" y="5350681"/>
            <a:ext cx="1722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Audit trails &amp; compliance reports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781050" y="1488727"/>
            <a:ext cx="1413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Employee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781050" y="1713160"/>
            <a:ext cx="1413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Corporate Device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781050" y="1937593"/>
            <a:ext cx="1413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Mobile Device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81050" y="2162026"/>
            <a:ext cx="14139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Remote Location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0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492549" y="121250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2957066" y="1812577"/>
            <a:ext cx="1528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Multi-Factor Auth (MFA)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957066" y="2037010"/>
            <a:ext cx="1528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Single Sign-On (SSO)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957066" y="2261443"/>
            <a:ext cx="1528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Device Verification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0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858470" y="121250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247382" y="1812577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User Behavior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247382" y="2037010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Device Health Check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247382" y="2261443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Location / IP Check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247382" y="2485876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Access Pattern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0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224242" y="1212502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590162" y="121250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9979074" y="1812577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Access Granted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979074" y="2037010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Step-up Authentication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9979074" y="2261443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Access Denied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9979074" y="2485876"/>
            <a:ext cx="16794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Alert &amp; Incident Logged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533400" y="330130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980110" y="3556992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954988" y="330130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327695" y="477753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668910" y="477753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010126" y="4777531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370391" y="477753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0740181" y="4777531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587799" y="129822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2823716" y="182954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823716" y="205397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823716" y="227840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944195" y="129822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114032" y="182954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114032" y="205397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114032" y="227840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114032" y="250284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8309967" y="129822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0675887" y="129822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9845724" y="182954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9845724" y="205397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845724" y="227840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9845724" y="250284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866775" y="3282255"/>
            <a:ext cx="12954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Identity &amp; 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370635" y="3366045"/>
            <a:ext cx="3841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7"/>
              <a:buFont typeface="Arial"/>
              <a:buNone/>
            </a:pPr>
            <a:r>
              <a:rPr lang="en-US" sz="1237" b="0" i="0" u="none" strike="noStrike" cap="none">
                <a:solidFill>
                  <a:srgbClr val="0000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6. Policy Decision Point (PDP)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370635" y="3585120"/>
            <a:ext cx="38415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Evaluate identity, device, context &amp; risk to enforce Zero Trust Policy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370635" y="3938438"/>
            <a:ext cx="38415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(Least Privilege Access)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9316938" y="3282255"/>
            <a:ext cx="1314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Threat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33400" y="151045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33400" y="1734889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533400" y="1959322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533400" y="2183755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000125" y="3501330"/>
            <a:ext cx="1162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00125" y="3725763"/>
            <a:ext cx="1162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User &amp; Device Info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000125" y="3950196"/>
            <a:ext cx="11622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Context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9450288" y="3501330"/>
            <a:ext cx="11811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Threat Feeds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9450288" y="3725763"/>
            <a:ext cx="11811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Vulnerability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9450288" y="3950196"/>
            <a:ext cx="1181100" cy="1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lang="en-US" sz="1012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Anomaly Detection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66775" y="3518296"/>
            <a:ext cx="8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66775" y="374272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866775" y="396716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9316938" y="351829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316938" y="374272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9316938" y="396716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627025" y="15525"/>
            <a:ext cx="6786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sz="44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>
            <a:spLocks noGrp="1"/>
          </p:cNvSpPr>
          <p:nvPr>
            <p:ph type="title"/>
          </p:nvPr>
        </p:nvSpPr>
        <p:spPr>
          <a:xfrm>
            <a:off x="743725" y="371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Module 1 – Adaptive User Authentication 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&amp; Risk Assessment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1"/>
          </p:nvPr>
        </p:nvSpPr>
        <p:spPr>
          <a:xfrm>
            <a:off x="838200" y="1850950"/>
            <a:ext cx="10833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solidFill>
                  <a:schemeClr val="dk1"/>
                </a:solidFill>
              </a:rPr>
              <a:t>Adaptive User Authentication:</a:t>
            </a:r>
            <a:r>
              <a:rPr lang="en-US" sz="2000">
                <a:solidFill>
                  <a:schemeClr val="dk1"/>
                </a:solidFill>
              </a:rPr>
              <a:t> Verifies users using authentication methods such as password, MFA, OTP, and device verification.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solidFill>
                  <a:schemeClr val="dk1"/>
                </a:solidFill>
              </a:rPr>
              <a:t>Risk Assessment:</a:t>
            </a:r>
            <a:r>
              <a:rPr lang="en-US" sz="2000">
                <a:solidFill>
                  <a:schemeClr val="dk1"/>
                </a:solidFill>
              </a:rPr>
              <a:t> Evaluates user behavior, device status, location, IP address, and access patterns.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solidFill>
                  <a:schemeClr val="dk1"/>
                </a:solidFill>
              </a:rPr>
              <a:t>Risk Score Calculation:</a:t>
            </a:r>
            <a:r>
              <a:rPr lang="en-US" sz="2000">
                <a:solidFill>
                  <a:schemeClr val="dk1"/>
                </a:solidFill>
              </a:rPr>
              <a:t> Generates a real-time risk score based on the collected information.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solidFill>
                  <a:schemeClr val="dk1"/>
                </a:solidFill>
              </a:rPr>
              <a:t>Adaptive Decision:</a:t>
            </a:r>
            <a:endParaRPr sz="2000" b="1">
              <a:solidFill>
                <a:schemeClr val="dk1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 Low Risk → </a:t>
            </a:r>
            <a:r>
              <a:rPr lang="en-US" sz="2000" b="1">
                <a:solidFill>
                  <a:schemeClr val="dk1"/>
                </a:solidFill>
              </a:rPr>
              <a:t>Allow Access</a:t>
            </a:r>
            <a:endParaRPr sz="2000" b="1">
              <a:solidFill>
                <a:schemeClr val="dk1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 Medium Risk → </a:t>
            </a:r>
            <a:r>
              <a:rPr lang="en-US" sz="2000" b="1">
                <a:solidFill>
                  <a:schemeClr val="dk1"/>
                </a:solidFill>
              </a:rPr>
              <a:t>Additional Verification</a:t>
            </a:r>
            <a:endParaRPr sz="2000" b="1">
              <a:solidFill>
                <a:schemeClr val="dk1"/>
              </a:solidFill>
            </a:endParaRPr>
          </a:p>
          <a:p>
            <a:pPr marL="9144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 High Risk → </a:t>
            </a:r>
            <a:r>
              <a:rPr lang="en-US" sz="2000" b="1">
                <a:solidFill>
                  <a:schemeClr val="dk1"/>
                </a:solidFill>
              </a:rPr>
              <a:t>Deny Access</a:t>
            </a:r>
            <a:endParaRPr sz="2000" b="1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solidFill>
                  <a:schemeClr val="dk1"/>
                </a:solidFill>
              </a:rPr>
              <a:t>Main Purpose:</a:t>
            </a:r>
            <a:r>
              <a:rPr lang="en-US" sz="2000">
                <a:solidFill>
                  <a:schemeClr val="dk1"/>
                </a:solidFill>
              </a:rPr>
              <a:t> Ensure that only trusted users receive access based on their current risk level.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>
            <a:spLocks noGrp="1"/>
          </p:cNvSpPr>
          <p:nvPr>
            <p:ph type="title"/>
          </p:nvPr>
        </p:nvSpPr>
        <p:spPr>
          <a:xfrm>
            <a:off x="838200" y="475524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Result Of Module 1</a:t>
            </a:r>
            <a:endParaRPr b="1"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731100" cy="44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36CE97-7F23-1CCF-A582-E7F3F9DA8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05399"/>
            <a:ext cx="9731100" cy="4881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>
            <a:spLocks noGrp="1"/>
          </p:cNvSpPr>
          <p:nvPr>
            <p:ph type="body" idx="1"/>
          </p:nvPr>
        </p:nvSpPr>
        <p:spPr>
          <a:xfrm>
            <a:off x="838200" y="2025750"/>
            <a:ext cx="10999200" cy="48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Access Control: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Never trusts a user automatically, even after authentication.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Least-Privilege Access: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users access only to the applications and resources they are authorized to use.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Monitoring: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Continuously monitors user behavior, device status, and network activity.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Response: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Detects suspicious changes and can re-authenticate, restrict, or deny access.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Purpose: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Continuously protect resources by adapting access according to changing security risks.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607200" y="285750"/>
            <a:ext cx="100536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– Zero Trust Access Control 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Continuous Monitoring 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>
            <a:spLocks noGrp="1"/>
          </p:cNvSpPr>
          <p:nvPr>
            <p:ph type="title"/>
          </p:nvPr>
        </p:nvSpPr>
        <p:spPr>
          <a:xfrm>
            <a:off x="838200" y="475524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Result Of Module 2</a:t>
            </a:r>
            <a:endParaRPr b="1"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731100" cy="44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26F335-9363-DA5A-28A2-B09FABEB4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90674"/>
            <a:ext cx="9900373" cy="4552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Module 3 – Adaptive Threat Response &amp; 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Security Policy Enforcement  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Threat Detection: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Constantly watches live activity and spots suspicious behavior right away.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Rule Enforcement: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Automatically updates access rules for apps and data whenever the risk changes.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Step-by-Step Defense: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Takes the right action depending on the risk level—asking for an OTP, lowering permissions, or terminating the session.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Isolation: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Quickly locks out hacked devices and suspicious IP addresses to protect the rest of the company network.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Purpose: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Stop cyber threats instantly on its own without waiting for a security person to fix it.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74" name="Google Shape;2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25" y="50600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Result Of Module 3</a:t>
            </a:r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84" name="Google Shape;2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625" y="50600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74D18F-9BD7-36DF-20C4-D34A5C152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1" y="1770050"/>
            <a:ext cx="10515600" cy="4722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>
            <a:spLocks noGrp="1"/>
          </p:cNvSpPr>
          <p:nvPr>
            <p:ph type="title"/>
          </p:nvPr>
        </p:nvSpPr>
        <p:spPr>
          <a:xfrm>
            <a:off x="838200" y="706712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RESULT</a:t>
            </a:r>
            <a:endParaRPr b="1"/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E3A68D-C46C-CF00-7B06-F152D1E8B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6684" y="1732112"/>
            <a:ext cx="9194908" cy="4619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>
            <a:spLocks noGrp="1"/>
          </p:cNvSpPr>
          <p:nvPr>
            <p:ph type="title"/>
          </p:nvPr>
        </p:nvSpPr>
        <p:spPr>
          <a:xfrm>
            <a:off x="838200" y="475524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/>
          </a:p>
        </p:txBody>
      </p:sp>
      <p:sp>
        <p:nvSpPr>
          <p:cNvPr id="298" name="Google Shape;298;p28"/>
          <p:cNvSpPr txBox="1">
            <a:spLocks noGrp="1"/>
          </p:cNvSpPr>
          <p:nvPr>
            <p:ph type="body" idx="1"/>
          </p:nvPr>
        </p:nvSpPr>
        <p:spPr>
          <a:xfrm>
            <a:off x="838200" y="2127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Developed an Adaptive Zero Trust Network Access Management System for modern distributed environments.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Replaced implicit perimeter trust with continuous identity, device, and context verification.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Implemented an adaptive policy engine that computes real-time, risk-based trust scores.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Enforced least-privilege, micro-segmented access with continuous session monitoring.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Established a scalable, future-ready security framework suited to cloud and hybrid enterprises.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title"/>
          </p:nvPr>
        </p:nvSpPr>
        <p:spPr>
          <a:xfrm>
            <a:off x="838200" y="475462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/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AI/ML-driven behavioral analytics for smarter risk scoring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Extension to full multi-cloud and hybrid-cloud policy orchestration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Passwordless and biometric authentication for stronger identity assurance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Blockchain-based tamper-proof audit logging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Performance optimization for large-scale enterprise deployments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Native mobile and IoT device trust support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security dashboards and automated incident response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title"/>
          </p:nvPr>
        </p:nvSpPr>
        <p:spPr>
          <a:xfrm>
            <a:off x="838200" y="518112"/>
            <a:ext cx="105156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eferences</a:t>
            </a:r>
            <a:endParaRPr b="1"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408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J. Kindervag,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Security Into Your Network’s DNA: The Zero Trust Network Architecture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Forrester Research, 2010.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Rose, O. Borchert, S. Mitchell, and S. Connelly,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Trust Architecture, NIST Special Publication 800-207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NIST, 2020.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Kerman, O. Borchert, and S. Rose,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a Zero Trust Architecture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NIST National Cybersecurity Center of Excellence, 2022.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C. Buck, C. Olenberger, A. Schweizer, F. Volter, and T. Eymann,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Trust, Always Verify: A Review of Zero-Trust Research and Gaps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Computers &amp; Security, 2021.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 Security Alliance, </a:t>
            </a:r>
            <a:r>
              <a:rPr lang="en-US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Defined Perimeter and Zero Trust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CSA Publication, 2021.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25" y="371050"/>
            <a:ext cx="1552575" cy="1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6950" y="285750"/>
            <a:ext cx="1884750" cy="14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title"/>
          </p:nvPr>
        </p:nvSpPr>
        <p:spPr>
          <a:xfrm>
            <a:off x="1177525" y="1071550"/>
            <a:ext cx="105156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Times New Roman"/>
              <a:buNone/>
            </a:pPr>
            <a:br>
              <a:rPr lang="en-US" sz="7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/>
          </a:p>
        </p:txBody>
      </p:sp>
      <p:pic>
        <p:nvPicPr>
          <p:cNvPr id="322" name="Google Shape;322;p31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4675" y="202425"/>
            <a:ext cx="7202650" cy="13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Widescreen</PresentationFormat>
  <Paragraphs>159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</vt:lpstr>
      <vt:lpstr>Inter SemiBold</vt:lpstr>
      <vt:lpstr>Inter Medium</vt:lpstr>
      <vt:lpstr>Times New Roman</vt:lpstr>
      <vt:lpstr>Plus Jakarta Sans ExtraBold</vt:lpstr>
      <vt:lpstr>Arial</vt:lpstr>
      <vt:lpstr>Georgia</vt:lpstr>
      <vt:lpstr>Inter</vt:lpstr>
      <vt:lpstr>Simple Light</vt:lpstr>
      <vt:lpstr>Adaptive Zero Trust Network Access Management System</vt:lpstr>
      <vt:lpstr>Introduction </vt:lpstr>
      <vt:lpstr>Abstract</vt:lpstr>
      <vt:lpstr>Problem Statement</vt:lpstr>
      <vt:lpstr>Objectives</vt:lpstr>
      <vt:lpstr>PowerPoint Presentation</vt:lpstr>
      <vt:lpstr>Module 1 – Adaptive User Authentication  &amp; Risk Assessment </vt:lpstr>
      <vt:lpstr>Result Of Module 1</vt:lpstr>
      <vt:lpstr>PowerPoint Presentation</vt:lpstr>
      <vt:lpstr>Result Of Module 2</vt:lpstr>
      <vt:lpstr>Module 3 – Adaptive Threat Response &amp;  Security Policy Enforcement  </vt:lpstr>
      <vt:lpstr>Result Of Module 3</vt:lpstr>
      <vt:lpstr>OVERALL RESULT</vt:lpstr>
      <vt:lpstr>Conclusion</vt:lpstr>
      <vt:lpstr>Future Scope</vt:lpstr>
      <vt:lpstr>References</vt:lpstr>
      <vt:lpstr>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VARSHITHA</cp:lastModifiedBy>
  <cp:revision>1</cp:revision>
  <dcterms:modified xsi:type="dcterms:W3CDTF">2026-08-28T18:25:45Z</dcterms:modified>
</cp:coreProperties>
</file>